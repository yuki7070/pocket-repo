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0D642D-27DA-4418-9020-7C3A5C6127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7AEE29-5C67-47B0-BE33-7554777EAB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316CA7E-5CB9-400A-874F-1CA7CBC4D26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540000" y="180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Pocket Repo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540000" y="3240000"/>
            <a:ext cx="86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Browse your Git repos from your phone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540000" y="540000"/>
            <a:ext cx="86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Features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40000" y="1440000"/>
            <a:ext cx="864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Files, diffs, branches and worktrees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HTML and Marp slide previews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Presentation preview (pptx) via LibreOffice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Running coding-agent sessions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540000" y="21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Thanks! npx pocket-repo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